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C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轻食刻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CCDDFF"/>
                </a:solidFill>
              </a:defRPr>
            </a:pPr>
            <a:r>
              <a:t>Fresh &amp; Vitality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AI 辅助开发的健康饮食管理应用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3657600"/>
            <a:ext cx="2103120" cy="36576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BBDD"/>
                </a:solidFill>
              </a:defRPr>
            </a:pPr>
            <a:r>
              <a:t>课程期末项目答辩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团队成员：成员A · 成员B · 成员C · 成员D · 成员E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AACC"/>
                </a:solidFill>
              </a:defRPr>
            </a:pPr>
            <a:r>
              <a:t>2026年6月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</a:defRPr>
            </a:pPr>
            <a:r>
              <a:t>CONTENTS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4415" cy="8686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CB0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4447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需求分析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28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竞品分析 · 用户画像 · 功能清单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5CB0"/>
                </a:solidFill>
              </a:defRPr>
            </a:pPr>
            <a:r>
              <a:t>成员A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11094415" cy="8686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5059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CB0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50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原型系统设计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834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设计规范 · 移动端原型 · 组件库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5CB0"/>
                </a:solidFill>
              </a:defRPr>
            </a:pPr>
            <a:r>
              <a:t>成员B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83280"/>
            <a:ext cx="11094415" cy="8686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CB0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4564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前端开发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840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技术选型 · 页面开发 · 数据可视化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5CB0"/>
                </a:solidFill>
              </a:defRPr>
            </a:pPr>
            <a:r>
              <a:t>成员C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89120"/>
            <a:ext cx="11094415" cy="8686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6227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CB0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4622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后端开发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846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架构设计 · 数据库 · API开发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5CB0"/>
                </a:solidFill>
              </a:defRPr>
            </a:pPr>
            <a:r>
              <a:t>成员D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94960"/>
            <a:ext cx="11094415" cy="8686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6811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CB0"/>
                </a:solidFill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4681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测试与总结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852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测试过程 · 亮点 · 不足与展望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5623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5CB0"/>
                </a:solidFill>
              </a:defRPr>
            </a:pPr>
            <a:r>
              <a:t>成员E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一、需求分析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</a:defRPr>
            </a:pPr>
            <a:r>
              <a:t>成员A · 需求调研与 AI 辅助分析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</a:defRPr>
            </a:pPr>
            <a:r>
              <a:t>市场痛点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市面饮食 App 记录流程繁琐，用户留存率低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缺乏个性化方案，千人一面的建议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社交属性弱，用户缺少动力坚持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界面设计复杂，学习成本高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188720"/>
            <a:ext cx="5669280" cy="2002536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26187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我们问 AI：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490472"/>
            <a:ext cx="53949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"我想做一个健康饮食管理App，面向20-35岁年轻人，帮我分析市面上类似App的优缺点。"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0116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AI 回答：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1284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竞品分析：薄荷健康（记录繁琐）、MyFitnessPal（界面复杂）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1401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差异化建议：简化记录流程、AI个性化方案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615184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核心方向：社区互动激励 + 游戏化成就系统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8950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我们的调整：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09067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选择「AI定制 + 社区互动」作为核心卖点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2918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去掉复杂热量数据库，改用简化记录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最终方向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11094415" cy="10972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轻食刻 = 简化饮食记录 + AI 个性化定制 + 社区互动激励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核心价值：让健康饮食成为自然生活方式，通过社交和游戏化提升用户留存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一、需求分析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</a:defRPr>
            </a:pPr>
            <a:r>
              <a:t>成员A · 用户画像与使用场景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383280" cy="20116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CB0"/>
                </a:solidFill>
              </a:defRPr>
            </a:pPr>
            <a:r>
              <a:t>小林 · 22岁 · 大学生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05840" cy="27432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减脂期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想控制饮食但不知道怎么算热量，希望有简单易用的记录工具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188720"/>
            <a:ext cx="3383280" cy="20116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280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CB0"/>
                </a:solidFill>
              </a:defRPr>
            </a:pPr>
            <a:r>
              <a:t>小张 · 28岁 · 上班族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1005840" cy="27432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6642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健康管理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1031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工作忙没时间研究营养学，希望有AI帮我规划每日饮食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188720"/>
            <a:ext cx="3383280" cy="20116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280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CB0"/>
                </a:solidFill>
              </a:defRPr>
            </a:pPr>
            <a:r>
              <a:t>小王 · 32岁 · 健身爱好者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645920"/>
            <a:ext cx="1005840" cy="27432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6642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增肌期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1031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需要精确追踪蛋白质摄入，希望有社区交流健身餐经验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74720"/>
            <a:ext cx="11094415" cy="13716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547872"/>
            <a:ext cx="10820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我们问 AI：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776472"/>
            <a:ext cx="108200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"根据用户画像，帮我写出3个典型的用户故事（User Story）。"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096512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AI 回答：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97680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作为大学生，我希望简单记录每餐食物，以便控制每日热量摄入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498848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作为上班族，我希望AI根据身体数据生成饮食方案，以便省去研究营养学的时间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00016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作为健身爱好者，我希望查看蛋白质摄入的详细图表，以便调整增肌饮食计划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一、需求分析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</a:defRPr>
            </a:pPr>
            <a:r>
              <a:t>成员A · 功能需求清单（AI 多轮对话细化）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94415" cy="6858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CB0"/>
                </a:solidFill>
              </a:defRPr>
            </a:pPr>
            <a:r>
              <a:t>第1轮：粗略功能列表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</a:defRPr>
            </a:pPr>
            <a:r>
              <a:t>AI 给出5大模块：饮食记录、营养追踪、AI定制、社区互动、个人中心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1094415" cy="6858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CB0"/>
                </a:solidFill>
              </a:defRPr>
            </a:pPr>
            <a:r>
              <a:t>第2轮：追问子功能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</a:defRPr>
            </a:pPr>
            <a:r>
              <a:t>我们问：社区功能具体包含哪些？AI 细化为：发帖、点赞、评论、关注、分享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43200"/>
            <a:ext cx="11094415" cy="6858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CB0"/>
                </a:solidFill>
              </a:defRPr>
            </a:pPr>
            <a:r>
              <a:t>第3轮：API级别细化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63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</a:defRPr>
            </a:pPr>
            <a:r>
              <a:t>我们问：帮我设计具体的API端点。AI 产出7个蓝图、33个接口的详细设计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最终确定的 5 大核心功能模块：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1965960" cy="7772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6052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饮食记录</a:t>
            </a:r>
            <a:br/>
            <a:r>
              <a:t>拍照/手动记录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4114800"/>
            <a:ext cx="1965960" cy="7772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416052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营养追踪</a:t>
            </a:r>
            <a:br/>
            <a:r>
              <a:t>卡路里+宏量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4114800"/>
            <a:ext cx="1965960" cy="7772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416052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AI定制</a:t>
            </a:r>
            <a:br/>
            <a:r>
              <a:t>个性化方案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4114800"/>
            <a:ext cx="1965960" cy="7772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416052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社区互动</a:t>
            </a:r>
            <a:br/>
            <a:r>
              <a:t>分享+激励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4114800"/>
            <a:ext cx="1965960" cy="7772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416052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成就系统</a:t>
            </a:r>
            <a:br/>
            <a:r>
              <a:t>勋章+打卡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二、原型系统设计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</a:defRPr>
            </a:pPr>
            <a:r>
              <a:t>成员B · 设计规范制定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669280" cy="2203704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我们问 AI：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53949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"我要做一个健康饮食App，风格是现代极简+软触觉元素，请帮我制定完整的设计规范。"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AI 回答：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主色 #006e1c（健康绿）、辅色 #8b5000（活力橙）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1401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字体 Plus Jakarta Sans / PingFang 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15184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圆角 16px、毛玻璃阴影效果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1635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Material Design 3 色彩体系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9067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我们的调整：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调整主色为 #1A5CB0 蓝色（更专业）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9300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保留绿色作为强调色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色彩体系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600200"/>
            <a:ext cx="640080" cy="59436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2402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F2937"/>
                </a:solidFill>
              </a:defRPr>
            </a:pPr>
            <a:r>
              <a:t>Primary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600200"/>
            <a:ext cx="640080" cy="59436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22402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F2937"/>
                </a:solidFill>
              </a:defRPr>
            </a:pPr>
            <a:r>
              <a:t>Accent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600200"/>
            <a:ext cx="640080" cy="594360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2402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F2937"/>
                </a:solidFill>
              </a:defRPr>
            </a:pPr>
            <a:r>
              <a:t>Orange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1600200"/>
            <a:ext cx="640080" cy="59436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22402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F2937"/>
                </a:solidFill>
              </a:defRPr>
            </a:pPr>
            <a:r>
              <a:t>Dark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1600200"/>
            <a:ext cx="640080" cy="59436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22402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F2937"/>
                </a:solidFill>
              </a:defRPr>
            </a:pPr>
            <a:r>
              <a:t>Gray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98480" y="1600200"/>
            <a:ext cx="640080" cy="59436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0" y="22402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F2937"/>
                </a:solidFill>
              </a:defRPr>
            </a:pPr>
            <a:r>
              <a:t>BG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606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字体与规范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  Headline: 30px / Bold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  Body: 16px / Regular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  Label: 14px / Medium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  圆角: 16px (卡片) / 8px (按钮)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  阴影: 0px 4px 20px rgba(0,110,28,0.06)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二、原型系统设计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</a:defRPr>
            </a:pPr>
            <a:r>
              <a:t>成员B · 移动端原型设计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6400800" cy="216789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我们问 AI：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61264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"帮我设计饮食记录App首页布局，包含卡路里环形图、今日餐单、营养进度条，用HTML+Tailwind实现。"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40169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AI 回答：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975"/>
            <a:ext cx="403288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HTML结构：顶部导航 → 卡路里环 → 餐单卡片 → 进度条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14016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Tailwind样式：flex布局、圆角卡片、渐变背景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88336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我们的调整：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9504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调整卡片间距和阴影参数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90672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添加毛玻璃效果的顶部导航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188720"/>
            <a:ext cx="1005840" cy="2286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799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</a:defRPr>
            </a:pPr>
            <a:r>
              <a:t>[截图]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799" y="2377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首页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79" y="1188720"/>
            <a:ext cx="1005840" cy="2286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799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</a:defRPr>
            </a:pPr>
            <a:r>
              <a:t>[截图]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799" y="2377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记录页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79" y="1188720"/>
            <a:ext cx="1005840" cy="2286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799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</a:defRPr>
            </a:pPr>
            <a:r>
              <a:t>[截图]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799" y="2377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社区页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27079" y="1188720"/>
            <a:ext cx="1005840" cy="2286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799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</a:defRPr>
            </a:pPr>
            <a:r>
              <a:t>[截图]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799" y="2377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个人中心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319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设计要点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97680"/>
            <a:ext cx="1109441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• 卡路里环形图：SVG实现，支持动画绘制，直观展示摄入/剩余/消耗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• 餐单卡片：横向滚动，早餐/午餐/晚餐/加餐四张卡片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• 营养进度条：蛋白质/碳水/脂肪三条，颜色区分，动画填充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• 顶部导航：毛玻璃效果，固定定位，头像+Logo+搜索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二、原型系统设计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</a:defRPr>
            </a:pPr>
            <a:r>
              <a:t>成员B · 桌面端适配与组件库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669280" cy="2002536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我们问 AI：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53949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"移动端页面需要适配桌面端，帮我设计Bento Grid布局的桌面版方案。"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AI 回答：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Bento Grid：不规则网格布局，大卡片+小卡片组合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1401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顶部改为水平导航栏，左侧添加侧边栏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15184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内容区采用3列自适应布局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950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我们的调整：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9067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保留移动端底部导航作为备选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桌面端社区页改为瀑布流3列布局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核心组件库（AI 辅助生成）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554480"/>
            <a:ext cx="1143000" cy="18288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64592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CB0"/>
                </a:solidFill>
              </a:defRPr>
            </a:pPr>
            <a:r>
              <a:t>环形进度图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920240"/>
            <a:ext cx="1051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F2937"/>
                </a:solidFill>
              </a:defRPr>
            </a:pPr>
            <a:r>
              <a:t>SVG圆形图表</a:t>
            </a:r>
            <a:br/>
            <a:r>
              <a:t>自定义颜色+动画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554480"/>
            <a:ext cx="1143000" cy="18288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164592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CB0"/>
                </a:solidFill>
              </a:defRPr>
            </a:pPr>
            <a:r>
              <a:t>柱状图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1920240"/>
            <a:ext cx="1051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F2937"/>
                </a:solidFill>
              </a:defRPr>
            </a:pPr>
            <a:r>
              <a:t>周热量趋势</a:t>
            </a:r>
            <a:br/>
            <a:r>
              <a:t>7天数据对比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554480"/>
            <a:ext cx="1143000" cy="18288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164592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CB0"/>
                </a:solidFill>
              </a:defRPr>
            </a:pPr>
            <a:r>
              <a:t>雷达图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1920240"/>
            <a:ext cx="1051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F2937"/>
                </a:solidFill>
              </a:defRPr>
            </a:pPr>
            <a:r>
              <a:t>六维营养评估</a:t>
            </a:r>
            <a:br/>
            <a:r>
              <a:t>多边形叠加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60" y="1554480"/>
            <a:ext cx="1143000" cy="18288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69880" y="164592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CB0"/>
                </a:solidFill>
              </a:defRPr>
            </a:pPr>
            <a:r>
              <a:t>进度条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69880" y="1920240"/>
            <a:ext cx="1051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F2937"/>
                </a:solidFill>
              </a:defRPr>
            </a:pPr>
            <a:r>
              <a:t>宏量营养素</a:t>
            </a:r>
            <a:br/>
            <a:r>
              <a:t>蛋白质/碳水/脂肪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40480"/>
            <a:ext cx="11094415" cy="13716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913632"/>
            <a:ext cx="10820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我们问 AI：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142232"/>
            <a:ext cx="108200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"帮我用SVG实现一个环形进度图组件，支持自定义颜色和百分比动画。"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462272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AI 回答：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663440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使用SVG的circle元素，stroke-dasharray实现进度效果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864608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CSS transition实现平滑动画，支持传入颜色、百分比等参数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二、原型系统设计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</a:defRPr>
            </a:pPr>
            <a:r>
              <a:t>成员B · 交互组件与设计亮点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交互组件清单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94960" cy="54864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B0"/>
                </a:solidFill>
              </a:defRPr>
            </a:pPr>
            <a:r>
              <a:t>日期选择器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横向滚动日期，左右滑动切换周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394960" cy="54864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B0"/>
                </a:solidFill>
              </a:defRPr>
            </a:pPr>
            <a:r>
              <a:t>分类筛选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74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Chip标签，支持多选/单选切换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40280"/>
            <a:ext cx="5394960" cy="54864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B0"/>
                </a:solidFill>
              </a:defRPr>
            </a:pPr>
            <a:r>
              <a:t>Tab切换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146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内容区域切换，带滑动指示器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240280"/>
            <a:ext cx="5394960" cy="54864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2860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B0"/>
                </a:solidFill>
              </a:defRPr>
            </a:pPr>
            <a:r>
              <a:t>FAB按钮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5146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浮动操作按钮，快速添加记录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880360"/>
            <a:ext cx="5394960" cy="54864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26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B0"/>
                </a:solidFill>
              </a:defRPr>
            </a:pPr>
            <a:r>
              <a:t>Toast提示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154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操作反馈，自动消失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880360"/>
            <a:ext cx="5394960" cy="54864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926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B0"/>
                </a:solidFill>
              </a:defRPr>
            </a:pPr>
            <a:r>
              <a:t>下拉刷新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54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移动端下拉刷新数据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5760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设计亮点总结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023360"/>
            <a:ext cx="1109441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一致的设计语言：所有页面遵循统一的色彩、字体、圆角规范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丰富的数据可视化：环形图、柱状图、雷达图、进度条4种图表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响应式设计：Mobile First + 桌面端 Bento Grid 适配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微交互动画：hover缩放、页面淡入、进度条动画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三、前端开发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</a:defRPr>
            </a:pPr>
            <a:r>
              <a:t>成员C · 技术选型与页面开发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943600" cy="2404872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我们问 AI：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56692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"做一个轻量级健康饮食Web应用，不需要React/Vue，帮我推荐最简单的前端技术方案。"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AI 回答：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纯HTML + Tailwind CDN + Vanilla 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1401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无需构建工具（webpack/vite），零配置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1518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Flask直接serve静态文件，前后端同域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163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Google Material Symbols图标库（CDN）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9067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我们的调整：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确认采用此方案，开发效率最高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9300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添加common.css自定义全局样式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9417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封装api.js统一管理API调用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前端技术栈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554480"/>
            <a:ext cx="1143000" cy="91440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6459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HTML5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96596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DDFF"/>
                </a:solidFill>
              </a:defRPr>
            </a:pPr>
            <a:r>
              <a:t>多页面架构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554480"/>
            <a:ext cx="1143000" cy="91440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16459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Tailwind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196596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DDFF"/>
                </a:solidFill>
              </a:defRPr>
            </a:pPr>
            <a:r>
              <a:t>CDN引入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1554480"/>
            <a:ext cx="1143000" cy="91440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16459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Vanilla 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196596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DDFF"/>
                </a:solidFill>
              </a:defRPr>
            </a:pPr>
            <a:r>
              <a:t>原生JS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98480" y="1554480"/>
            <a:ext cx="1143000" cy="91440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44200" y="16459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SVG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196596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DDFF"/>
                </a:solidFill>
              </a:defRPr>
            </a:pPr>
            <a:r>
              <a:t>数据可视化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9319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前端文件结构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297680"/>
            <a:ext cx="1109441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轻饮食软件前端/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├── index.html          # 入口（自动跳转登录/首页）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├── css/common.css      # 全局样式（玻璃态、阴影、导航）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├── js/api.js           # API客户端（所有fetch调用）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├── js/common.js        # 导航、认证检查、工具函数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├── js/components.js    # 可复用组件（环形图、柱状图、雷达图）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└── pages/              # 10个独立页面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三、前端开发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</a:defRPr>
            </a:pPr>
            <a:r>
              <a:t>成员C · 典型页面开发过程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94415" cy="2203704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10820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我们问 AI：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10820095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"帮我用HTML+Tailwind实现首页设计稿，包含顶部导航、卡路里环形图、餐单卡片横向滚动、营养素进度条。"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AI 回答：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AI产出基础HTML结构 + Tailwind类名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14016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生成卡路里环形图的SVG代码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15184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实现餐单卡片的横向滚动flex布局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9504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我们的调整：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90672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调整颜色变量匹配设计规范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优化移动端触摸滚动体验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93008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添加数据绑定（从API获取真实数据）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AI 辅助编码的工作流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97680"/>
            <a:ext cx="1965960" cy="146304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5CB0"/>
                </a:solidFill>
              </a:defRPr>
            </a:pPr>
            <a:r>
              <a:t>1.描述需求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548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</a:defRPr>
            </a:pPr>
            <a:r>
              <a:t>给AI发送设计稿</a:t>
            </a:r>
            <a:br/>
            <a:r>
              <a:t>+功能描述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297680"/>
            <a:ext cx="1965960" cy="146304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43891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5CB0"/>
                </a:solidFill>
              </a:defRPr>
            </a:pPr>
            <a:r>
              <a:t>2.AI生成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7548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</a:defRPr>
            </a:pPr>
            <a:r>
              <a:t>产出HTML/CSS/JS</a:t>
            </a:r>
            <a:br/>
            <a:r>
              <a:t>基础代码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4297680"/>
            <a:ext cx="1965960" cy="146304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43891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5CB0"/>
                </a:solidFill>
              </a:defRPr>
            </a:pPr>
            <a:r>
              <a:t>3.我们调整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7548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</a:defRPr>
            </a:pPr>
            <a:r>
              <a:t>修改样式</a:t>
            </a:r>
            <a:br/>
            <a:r>
              <a:t>适配规范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4297680"/>
            <a:ext cx="1965960" cy="146304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43891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5CB0"/>
                </a:solidFill>
              </a:defRPr>
            </a:pPr>
            <a:r>
              <a:t>4.数据对接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7548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</a:defRPr>
            </a:pPr>
            <a:r>
              <a:t>连接api.js</a:t>
            </a:r>
            <a:br/>
            <a:r>
              <a:t>获取数据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4297680"/>
            <a:ext cx="1965960" cy="146304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43891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5CB0"/>
                </a:solidFill>
              </a:defRPr>
            </a:pPr>
            <a:r>
              <a:t>5.测试优化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7548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</a:defRPr>
            </a:pPr>
            <a:r>
              <a:t>跨浏览器</a:t>
            </a:r>
            <a:br/>
            <a:r>
              <a:t>修复兼容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三、前端开发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</a:defRPr>
            </a:pPr>
            <a:r>
              <a:t>成员C · 数据可视化组件实现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943600" cy="2203704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我们问 AI：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56692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"用原生JS+SVG实现六维雷达图组件，数据从API获取，支持动画绘制。"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AI 回答：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使用SVG polygon绘制六边形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1401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6维度：能量/蛋白质/脂肪/纤维/维生素/矿物质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1518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CSS @keyframes实现绘制动画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163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封装为RadarChart类，支持动态更新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9067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我们的调整：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调整刻度线为3层（60%/80%/100%）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9300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添加维度标签自动避让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4种图表组件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554480"/>
            <a:ext cx="1143000" cy="16459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164592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CB0"/>
                </a:solidFill>
              </a:defRPr>
            </a:pPr>
            <a:r>
              <a:t>环形进度图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96596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卡路里追踪</a:t>
            </a:r>
            <a:br/>
            <a:r>
              <a:t>SVG circle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554480"/>
            <a:ext cx="1143000" cy="16459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64592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CB0"/>
                </a:solidFill>
              </a:defRPr>
            </a:pPr>
            <a:r>
              <a:t>柱状图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96596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周热量趋势</a:t>
            </a:r>
            <a:br/>
            <a:r>
              <a:t>SVG rect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1554480"/>
            <a:ext cx="1143000" cy="16459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164592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CB0"/>
                </a:solidFill>
              </a:defRPr>
            </a:pPr>
            <a:r>
              <a:t>雷达图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196596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六维营养</a:t>
            </a:r>
            <a:br/>
            <a:r>
              <a:t>SVG polygon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98480" y="1554480"/>
            <a:ext cx="1143000" cy="16459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44200" y="164592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CB0"/>
                </a:solidFill>
              </a:defRPr>
            </a:pPr>
            <a:r>
              <a:t>进度条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196596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</a:defRPr>
            </a:pPr>
            <a:r>
              <a:t>宏量营养素</a:t>
            </a:r>
            <a:br/>
            <a:r>
              <a:t>div+CSS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20624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雷达图核心代码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526280"/>
            <a:ext cx="11094415" cy="2011680"/>
          </a:xfrm>
          <a:prstGeom prst="roundRect">
            <a:avLst/>
          </a:prstGeom>
          <a:solidFill>
            <a:srgbClr val="26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617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6E22E"/>
                </a:solidFill>
              </a:defRPr>
            </a:pPr>
            <a:r>
              <a:t>// 计算六边形顶点坐标</a:t>
            </a:r>
          </a:p>
          <a:p>
            <a:pPr>
              <a:spcAft>
                <a:spcPts val="400"/>
              </a:spcAft>
              <a:defRPr sz="1100">
                <a:solidFill>
                  <a:srgbClr val="A6E22E"/>
                </a:solidFill>
              </a:defRPr>
            </a:pPr>
            <a:r>
              <a:t>const points = data.map((val, i) =&gt; {</a:t>
            </a:r>
          </a:p>
          <a:p>
            <a:pPr>
              <a:spcAft>
                <a:spcPts val="400"/>
              </a:spcAft>
              <a:defRPr sz="1100">
                <a:solidFill>
                  <a:srgbClr val="A6E22E"/>
                </a:solidFill>
              </a:defRPr>
            </a:pPr>
            <a:r>
              <a:t>  const angle = (Math.PI / 3) * i - Math.PI / 2;</a:t>
            </a:r>
          </a:p>
          <a:p>
            <a:pPr>
              <a:spcAft>
                <a:spcPts val="400"/>
              </a:spcAft>
              <a:defRPr sz="1100">
                <a:solidFill>
                  <a:srgbClr val="A6E22E"/>
                </a:solidFill>
              </a:defRPr>
            </a:pPr>
            <a:r>
              <a:t>  const r = (val / max) * radius;</a:t>
            </a:r>
          </a:p>
          <a:p>
            <a:pPr>
              <a:spcAft>
                <a:spcPts val="400"/>
              </a:spcAft>
              <a:defRPr sz="1100">
                <a:solidFill>
                  <a:srgbClr val="A6E22E"/>
                </a:solidFill>
              </a:defRPr>
            </a:pPr>
            <a:r>
              <a:t>  return `${cx + r*Math.cos(angle)},${cy + r*Math.sin(angle)}`;</a:t>
            </a:r>
          </a:p>
          <a:p>
            <a:pPr>
              <a:spcAft>
                <a:spcPts val="400"/>
              </a:spcAft>
              <a:defRPr sz="1100">
                <a:solidFill>
                  <a:srgbClr val="A6E22E"/>
                </a:solidFill>
              </a:defRPr>
            </a:pPr>
            <a:r>
              <a:t>}).join(' ');</a:t>
            </a:r>
          </a:p>
          <a:p>
            <a:pPr>
              <a:spcAft>
                <a:spcPts val="400"/>
              </a:spcAft>
              <a:defRPr sz="1100">
                <a:solidFill>
                  <a:srgbClr val="A6E22E"/>
                </a:solidFill>
              </a:defRPr>
            </a:pPr>
            <a:r>
              <a:t>polygon.setAttribute('points', points);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三、前端开发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</a:defRPr>
            </a:pPr>
            <a:r>
              <a:t>成员C · 交互效果与动画实现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94415" cy="1801368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10820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我们问 AI：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108200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"帮我实现底部导航栏的Tab切换效果，当前页高亮，页面切换有淡入动画。"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AI 回答：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5个Tab：首页/发现/记录/社区/我的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12848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当前Tab图标填充+文字变色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14016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页面切换使用CSS fadeIn动画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88336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我们的调整：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9504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添加Tab切换的微交互缩放效果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90672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适配桌面端改为顶部水平导航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AI 辅助实现的交互效果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06240"/>
            <a:ext cx="2560320" cy="128016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CB0"/>
                </a:solidFill>
              </a:defRPr>
            </a:pPr>
            <a:r>
              <a:t>底部导航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</a:defRPr>
            </a:pPr>
            <a:r>
              <a:t>Tab高亮+图标填充</a:t>
            </a:r>
            <a:br/>
            <a:r>
              <a:t>页面淡入动画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4206240"/>
            <a:ext cx="2560320" cy="128016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4297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CB0"/>
                </a:solidFill>
              </a:defRPr>
            </a:pPr>
            <a:r>
              <a:t>卡片微交互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572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</a:defRPr>
            </a:pPr>
            <a:r>
              <a:t>hover:scale(1.02)</a:t>
            </a:r>
            <a:br/>
            <a:r>
              <a:t>cubic-bezier缓动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206240"/>
            <a:ext cx="2560320" cy="128016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297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CB0"/>
                </a:solidFill>
              </a:defRPr>
            </a:pPr>
            <a:r>
              <a:t>毛玻璃背景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572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</a:defRPr>
            </a:pPr>
            <a:r>
              <a:t>backdrop-filter:blur</a:t>
            </a:r>
            <a:br/>
            <a:r>
              <a:t>半透明白色背景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4206240"/>
            <a:ext cx="2560320" cy="128016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4297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CB0"/>
                </a:solidFill>
              </a:defRPr>
            </a:pPr>
            <a:r>
              <a:t>入场动画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4572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</a:defRPr>
            </a:pPr>
            <a:r>
              <a:t>fadeInUp动画</a:t>
            </a:r>
            <a:br/>
            <a:r>
              <a:t>滚动触发Observer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66928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前端开发效率：AI 辅助平均节省约 60% 编码时间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四、后端开发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</a:defRPr>
            </a:pPr>
            <a:r>
              <a:t>成员D · 架构设计与技术选型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943600" cy="2203704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我们问 AI：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56692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"用Python Flask做饮食管理应用的后端，帮我设计项目结构、目录组织和蓝图划分。"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AI 回答：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工厂模式：create_app()函数初始化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1401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models/目录放SQLAlchemy数据模型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1518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routes/目录按功能分蓝图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163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admin/目录放Flask-Admin管理后台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9067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我们的调整：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选择Flask而非Django（轻量、快速原型）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9300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选择SQLite而非MySQL（零配置）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系统架构图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600200"/>
            <a:ext cx="5029200" cy="86868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6733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</a:defRPr>
            </a:pPr>
            <a:r>
              <a:t>浏览器（前端）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984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HTML + Tailwind CSS + 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4688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651760"/>
            <a:ext cx="5029200" cy="8686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2724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</a:defRPr>
            </a:pPr>
            <a:r>
              <a:t>Flask 服务器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035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7个蓝图 + 静态文件 +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5204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3703320"/>
            <a:ext cx="5029200" cy="8686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37764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</a:defRPr>
            </a:pPr>
            <a:r>
              <a:t>SQLite 数据库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0873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11张表 + ORM映射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5488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技术选型理由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120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CB0"/>
                </a:solidFill>
              </a:defRPr>
            </a:pPr>
            <a:r>
              <a:t>Flask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120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轻量灵活，适合快速原型，学习成本低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440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CB0"/>
                </a:solidFill>
              </a:defRPr>
            </a:pPr>
            <a:r>
              <a:t>SQLAlchemy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440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Python ORM，模型定义简洁，迁移方便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760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CB0"/>
                </a:solidFill>
              </a:defRPr>
            </a:pPr>
            <a:r>
              <a:t>Flask-Login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轻量认证方案，session管理简单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80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CB0"/>
                </a:solidFill>
              </a:defRPr>
            </a:pPr>
            <a:r>
              <a:t>Flask-Admin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6080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开箱即用的管理后台，省去自建成本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四、后端开发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</a:defRPr>
            </a:pPr>
            <a:r>
              <a:t>成员D · 数据库设计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943600" cy="2002536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我们问 AI：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56692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"帮我设计饮食管理应用的数据库，包含用户、食物、饮食记录、社区帖子、评论、点赞、关注、成就等表。"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AI 回答：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11张表覆盖用户/食物/记录/社区/成就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1401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外键关系：user→diet_record, post→comment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1518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联合唯一约束：likes表(user_id, post_id)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950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我们的调整：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90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添加account_id字段（区别于登录ID）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AI身体数据单独建表存储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11 张数据表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554480"/>
            <a:ext cx="5029200" cy="32918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15910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CB0"/>
                </a:solidFill>
              </a:defRPr>
            </a:pPr>
            <a:r>
              <a:t>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5910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用户信息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1938528"/>
            <a:ext cx="502920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19751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CB0"/>
                </a:solidFill>
              </a:defRPr>
            </a:pPr>
            <a:r>
              <a:t>foods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9751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食物库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2322576"/>
            <a:ext cx="5029200" cy="32918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23591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CB0"/>
                </a:solidFill>
              </a:defRPr>
            </a:pPr>
            <a:r>
              <a:t>diet_records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3591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饮食记录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2706624"/>
            <a:ext cx="502920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27432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CB0"/>
                </a:solidFill>
              </a:defRPr>
            </a:pPr>
            <a:r>
              <a:t>water_records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7432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饮水记录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3090672"/>
            <a:ext cx="5029200" cy="32918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31272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CB0"/>
                </a:solidFill>
              </a:defRPr>
            </a:pPr>
            <a:r>
              <a:t>community_posts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1272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社区帖子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3474720"/>
            <a:ext cx="502920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35112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CB0"/>
                </a:solidFill>
              </a:defRPr>
            </a:pPr>
            <a:r>
              <a:t>comments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5112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评论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3858768"/>
            <a:ext cx="5029200" cy="32918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8953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CB0"/>
                </a:solidFill>
              </a:defRPr>
            </a:pPr>
            <a:r>
              <a:t>likes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8953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点赞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4242816"/>
            <a:ext cx="502920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42793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CB0"/>
                </a:solidFill>
              </a:defRPr>
            </a:pPr>
            <a:r>
              <a:t>follows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4279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关注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4626864"/>
            <a:ext cx="5029200" cy="32918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4663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CB0"/>
                </a:solidFill>
              </a:defRPr>
            </a:pPr>
            <a:r>
              <a:t>achievements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46634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成就定义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0" y="5010912"/>
            <a:ext cx="502920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50474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CB0"/>
                </a:solidFill>
              </a:defRPr>
            </a:pPr>
            <a:r>
              <a:t>user_achievements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50474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用户成就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0" y="5394960"/>
            <a:ext cx="5029200" cy="32918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0" y="5431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CB0"/>
                </a:solidFill>
              </a:defRPr>
            </a:pPr>
            <a:r>
              <a:t>ai_body_data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54315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AI身体数据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四、后端开发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</a:defRPr>
            </a:pPr>
            <a:r>
              <a:t>成员D · API 开发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94415" cy="2002536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10820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我们问 AI：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10820095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"帮我用Flask-Login实现用户登录注册API，密码用Werkzeug哈希，返回一个简单的token。"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AI 回答：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注册：generate_password_hash加密存储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14016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登录：check_password_hash验证，创建session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15184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返回user_{id}作为token（非JWT，简化实现）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9504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我们的调整：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90672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token格式简化为user_{id}字符串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前端localStorage存储token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7 个 API 蓝图 · 33 个接口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蓝图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1605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前缀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160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功能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1605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接口数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34840"/>
            <a:ext cx="11094415" cy="256032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5312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CB0"/>
                </a:solidFill>
              </a:defRPr>
            </a:pPr>
            <a:r>
              <a:t>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4531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/api/auth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5312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注册/登录/退出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445312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36592"/>
            <a:ext cx="11094415" cy="2560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5488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CB0"/>
                </a:solidFill>
              </a:defRPr>
            </a:pPr>
            <a:r>
              <a:t>user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75488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/api/user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75488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资料/账号/密码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475488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038344"/>
            <a:ext cx="11094415" cy="256032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05663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CB0"/>
                </a:solidFill>
              </a:defRPr>
            </a:pPr>
            <a:r>
              <a:t>diet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05663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/api/diet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056632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记录/卡路里/水/宏量/雷达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505663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340096"/>
            <a:ext cx="11094415" cy="2560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35838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CB0"/>
                </a:solidFill>
              </a:defRPr>
            </a:pPr>
            <a:r>
              <a:t>food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35838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/api/food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35838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列表/详情/搜索/收藏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5838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641848"/>
            <a:ext cx="11094415" cy="256032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66013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CB0"/>
                </a:solidFill>
              </a:defRPr>
            </a:pPr>
            <a:r>
              <a:t>community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566013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/api/community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566013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帖子/点赞/评论/关注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56601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943600"/>
            <a:ext cx="11094415" cy="2560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618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CB0"/>
                </a:solidFill>
              </a:defRPr>
            </a:pPr>
            <a:r>
              <a:t>achievement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0" y="596188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/api/achievement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596188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成就/AI方案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59618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6245352"/>
            <a:ext cx="11094415" cy="256032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626364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CB0"/>
                </a:solidFill>
              </a:defRPr>
            </a:pPr>
            <a:r>
              <a:t>upload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626364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/api/upload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26364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图片上传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2636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四、后端开发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</a:defRPr>
            </a:pPr>
            <a:r>
              <a:t>成员D · 数据导入与管理后台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943600" cy="2002536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我们问 AI：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56692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"帮我写Python脚本，解析HowToCook开源项目的Markdown食谱文件，导入到SQLite数据库。"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AI 回答：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解析Markdown标题获取菜名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1401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正则匹配食材列表和用量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1518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批量插入Food表，自动去重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950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我们的调整：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90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添加图片下载脚本（import_images.py）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处理GitHub LFS图片链接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Flask-Admin 管理后台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9个数据模型视图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支持搜索、过滤、排序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支持数据导出（CSV/Excel）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支持关联数据内联编辑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访问：localhost:5000/admin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11094415" cy="13716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87952"/>
            <a:ext cx="10820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我们问 AI：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16552"/>
            <a:ext cx="108200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"帮我配置Flask-Admin，给所有模型添加搜索、过滤和导出功能。"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36592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AI 回答：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37760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继承ModelView自定义每个视图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38928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column_searchable_list配置搜索字段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40096"/>
            <a:ext cx="10637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can_export = True开启CSV导出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五、测试与总结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</a:defRPr>
            </a:pPr>
            <a:r>
              <a:t>成员E · 测试过程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943600" cy="1801368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我们问 AI：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"帮我列出这个饮食管理应用的测试用例，包括正常流程和边界情况。"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AI 回答：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登录：正确密码/错误密码/空输入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1284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饮食记录：正常添加/超大数值/负数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1401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社区：发帖/删帖/重复点赞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8833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我们的调整：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950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按模块整理为测试清单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90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• 逐项手动执行并记录结果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测试结果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554480"/>
            <a:ext cx="5029200" cy="36576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160020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用户认证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6002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</a:defRPr>
            </a:pPr>
            <a:r>
              <a:t>通过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6002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登录/注册/退出正常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993392"/>
            <a:ext cx="5029200" cy="365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20391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饮食记录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0391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</a:defRPr>
            </a:pPr>
            <a:r>
              <a:t>通过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0391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增删改查+卡路里计算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2432304"/>
            <a:ext cx="5029200" cy="36576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47802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数据可视化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4780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</a:defRPr>
            </a:pPr>
            <a:r>
              <a:t>通过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4780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4种图表渲染正常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2871216"/>
            <a:ext cx="5029200" cy="365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291693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社区功能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9169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</a:defRPr>
            </a:pPr>
            <a:r>
              <a:t>通过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9169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发帖/点赞/评论正常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3310128"/>
            <a:ext cx="5029200" cy="36576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33558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AI定制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3558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</a:defRPr>
            </a:pPr>
            <a:r>
              <a:t>通过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33558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数据录入+方案生成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3749040"/>
            <a:ext cx="5029200" cy="365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37947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成就系统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794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</a:defRPr>
            </a:pPr>
            <a:r>
              <a:t>通过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37947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条件判断+勋章解锁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4187952"/>
            <a:ext cx="5029200" cy="36576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42336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图片上传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2336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已知问题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42336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大图片偶尔超时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0" y="4626864"/>
            <a:ext cx="5029200" cy="365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0" y="467258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</a:defRPr>
            </a:pPr>
            <a:r>
              <a:t>响应式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6725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</a:defRPr>
            </a:pPr>
            <a:r>
              <a:t>通过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46725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移动端/桌面端正常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8463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发现并修复的 Bug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2120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• Bug 1：重复点赞不报错 → 添加唯一约束检查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• Bug 2：编辑资料后头像不更新 → 修复缓存问题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• Bug 3：食谱数据显示Markdown符号 → 添加格式清理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五、测试与总结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</a:defRPr>
            </a:pPr>
            <a:r>
              <a:t>成员E · 项目亮点与不足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项目亮点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423160" cy="4572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8191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AI 深度参与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全流程AI辅助，从需求到测试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554480"/>
            <a:ext cx="2423160" cy="4572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58191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设计系统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78308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Material Design 3，统一规范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03120"/>
            <a:ext cx="2423160" cy="4572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3055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数据可视化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3172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4种SVG图表，动画交互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103120"/>
            <a:ext cx="2423160" cy="4572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13055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社区互动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33172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发帖/点赞/评论/关注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51760"/>
            <a:ext cx="2423160" cy="4572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67919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成就系统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88036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游戏化勋章墙，激励打卡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2651760"/>
            <a:ext cx="2423160" cy="4572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67919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响应式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288036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移动端+桌面端双端适配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</a:defRPr>
            </a:pPr>
            <a:r>
              <a:t>不足与改进方向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1554480"/>
            <a:ext cx="5029200" cy="4572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158191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800"/>
                </a:solidFill>
              </a:defRPr>
            </a:pPr>
            <a:r>
              <a:t>⚠ 无自动化测试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17830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→ 引入 pytest 测试框架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2103120"/>
            <a:ext cx="5029200" cy="4572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21305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800"/>
                </a:solidFill>
              </a:defRPr>
            </a:pPr>
            <a:r>
              <a:t>⚠ AI用模拟数据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3317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→ 接入真实 AI 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2651760"/>
            <a:ext cx="5029200" cy="4572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26791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800"/>
                </a:solidFill>
              </a:defRPr>
            </a:pPr>
            <a:r>
              <a:t>⚠ 图片存储简陋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28803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→ 迁移至云存储（OSS）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3200400"/>
            <a:ext cx="5029200" cy="4572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227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800"/>
                </a:solidFill>
              </a:defRPr>
            </a:pPr>
            <a:r>
              <a:t>⚠ 前后端未分离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4290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→ 重构为 Vue/React SPA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84048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AI 辅助开发效率总结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206240"/>
            <a:ext cx="11094415" cy="32918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242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需求分析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424281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AI竞品分析+用户画像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24281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4D399"/>
                </a:solidFill>
              </a:defRPr>
            </a:pPr>
            <a:r>
              <a:t>节省约50%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590288"/>
            <a:ext cx="11094415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6268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原型设计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462686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AI生成规范+页面布局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46268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4D399"/>
                </a:solidFill>
              </a:defRPr>
            </a:pPr>
            <a:r>
              <a:t>节省约60%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974336"/>
            <a:ext cx="11094415" cy="32918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0109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前端开发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50109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AI生成HTML/CSS/JS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50109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4D399"/>
                </a:solidFill>
              </a:defRPr>
            </a:pPr>
            <a:r>
              <a:t>节省约60%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358384"/>
            <a:ext cx="11094415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5394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后端开发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53949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AI生成Flask架构+API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5394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4D399"/>
                </a:solidFill>
              </a:defRPr>
            </a:pPr>
            <a:r>
              <a:t>节省约55%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742432"/>
            <a:ext cx="11094415" cy="32918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7790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B0"/>
                </a:solidFill>
              </a:defRPr>
            </a:pPr>
            <a:r>
              <a:t>测试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6000" y="577900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AI生成测试用例清单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57790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4D399"/>
                </a:solidFill>
              </a:defRPr>
            </a:pPr>
            <a:r>
              <a:t>节省约40%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C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CCDDFF"/>
                </a:solidFill>
              </a:defRPr>
            </a:pPr>
            <a:r>
              <a:t>Thank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3474720"/>
            <a:ext cx="2103120" cy="36576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轻食刻 · Fresh &amp; Vitality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BBDD"/>
                </a:solidFill>
              </a:defRPr>
            </a:pPr>
            <a:r>
              <a:t>感谢老师的指导与帮助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D399"/>
                </a:solidFill>
              </a:defRPr>
            </a:pPr>
            <a:r>
              <a:t>Q &amp;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6754</Words>
  <Application>WPS 演示</Application>
  <PresentationFormat>On-screen Show (4:3)</PresentationFormat>
  <Paragraphs>988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Alone Ranger</cp:lastModifiedBy>
  <cp:revision>2</cp:revision>
  <dcterms:created xsi:type="dcterms:W3CDTF">2013-01-27T09:14:00Z</dcterms:created>
  <dcterms:modified xsi:type="dcterms:W3CDTF">2026-06-02T10:54:01Z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BCC582A531B44DBE85A55296F300D5B5_12</vt:lpwstr>
  </property>
  <property fmtid="{D5CDD505-2E9C-101B-9397-08002B2CF9AE}" pid="3" name="KSOProductBuildVer">
    <vt:lpwstr>2052-12.1.0.26375</vt:lpwstr>
  </property>
</Properties>
</file>